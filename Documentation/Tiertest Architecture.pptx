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8B08-4C39-B08A-A3A9-104CE7569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39732-E28F-DD07-D839-176537498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D335-9313-E37C-53DE-10792212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8C16D-61D9-F177-E6BD-031F08BA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5838-BE52-A059-406E-D7C05607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4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F165-5B50-D3E1-9168-1D7EEFAC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C0E96-374C-2082-FA65-6361914C5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AEC5A-70AA-8B67-9347-A676BA9E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5A466-73E4-6534-5375-21ED0769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9FFF-63DF-07B8-F4D9-4DCBDF72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7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51B4-C1F2-DDF9-20F5-2847D0D8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D1638-6BEA-D5F1-BD36-C172921EC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CB49F-6CD6-FB4D-3B6F-DE0A11FD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3BC4-2724-40C9-48B6-1917103D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EB13A-BF43-243F-B255-10BC66EB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8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7296-6631-9480-2026-E741DDAC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818BB-1F67-A5E7-E323-B8861FC8A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721AD-37A1-0E40-27B6-398875B7A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C209D-6D31-8DAC-A7B7-72B449AC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BC655-CA97-61E4-C904-378729A8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14E3-6689-2D3F-6AF0-D87BDA93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DC74-6AA6-1E0A-1615-A594183C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99E7-25CA-8BBC-3F99-B1FC2ABED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B2BAB-0CC3-30C5-EB77-8CDC025DC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F28A2-88A8-82A2-3697-A9D9EE5B9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ED3B9-EE3C-73EA-E91C-D4A91AD0E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D40AD-4136-348B-67D7-1BD1764A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F2416-73ED-A058-7296-E5E60E5C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F81C8-39AE-E6B7-CAC2-464D9543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12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7F1-50B7-59BB-B39E-BA4F77B9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2EE8B-B4E2-7169-A557-9B202AF0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52649-5B01-4999-EF42-B909F745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9D7BD-18B4-B942-1AF0-AA76234A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5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2CA48-F727-DEAC-F088-39FF31B6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3F0FF-9655-A7B5-3B51-26C5D830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97C6A-1475-23EA-FCB3-8B1D537A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7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5EDD-E4B2-01CA-1756-FFEC1291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66FF-EE45-323D-3CBB-CB9CE61C2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AB0E1-D13F-8AF4-FABA-A387B21DB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D002F-7AD6-8B45-E00F-C7A4A147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AE0C-EF1F-06F4-73FA-0FAF6FE1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8AADB-3D08-EE5A-7B5B-0BE84D2C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3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FA13-481C-67C9-F807-A645EDAD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F02E9-CB26-D69C-0280-971B1B99D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02790-DEA5-277C-09AF-3A98D1B62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F6D77-FAA2-EC8D-001C-CB6BC416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D5C8-0D54-9F59-694A-5771AEBC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7A181-CC98-E668-BDC8-40AA2DCF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B729-5110-80D6-20E4-2B5F60BD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6C69C-3EEC-8459-366E-382D42972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49C1-8430-41A6-C33C-0B3920F1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7747D-A951-C943-FB4F-8F9CB18F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1F0E3-A9C8-B6AC-205E-A671B9D7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2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7BE21-BE95-EB11-E35E-3ADCA4527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F0DA4-EE56-EBC4-0160-2C6B39D32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992C5-52F3-E984-CD78-64E02DD1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6112-565D-8DDA-C6E0-CD63726E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93111-C8DF-2B9F-F5AB-99AF5C38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0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664B3-35A1-806D-2BD1-6ED67A43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1B9BF-A151-E688-5A5D-8C2A98AB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866B6-71DF-F2D5-8085-CDD873E13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148C2-455E-4874-A359-7FB426DF93DE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9B0DA-6CC3-4368-4167-F3F73EED0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D2D6-2DCB-B9C1-B15E-827CCB22C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9E6C7-CD05-4B66-AE1B-3575A9D97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3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85A352-A176-9076-9502-DE90C2F43613}"/>
              </a:ext>
            </a:extLst>
          </p:cNvPr>
          <p:cNvSpPr/>
          <p:nvPr/>
        </p:nvSpPr>
        <p:spPr>
          <a:xfrm>
            <a:off x="2054944" y="1425678"/>
            <a:ext cx="2467897" cy="1120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438A98-CD16-A2E0-2D55-E2F2392B01F7}"/>
              </a:ext>
            </a:extLst>
          </p:cNvPr>
          <p:cNvSpPr/>
          <p:nvPr/>
        </p:nvSpPr>
        <p:spPr>
          <a:xfrm>
            <a:off x="7403691" y="1425678"/>
            <a:ext cx="2467897" cy="112087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8CED5-EFCF-EF97-CA17-B2C322FFF87D}"/>
              </a:ext>
            </a:extLst>
          </p:cNvPr>
          <p:cNvSpPr txBox="1"/>
          <p:nvPr/>
        </p:nvSpPr>
        <p:spPr>
          <a:xfrm>
            <a:off x="629265" y="393290"/>
            <a:ext cx="130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Revision 1.0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B4EC5-D786-1475-B346-CDEB3CB812B0}"/>
              </a:ext>
            </a:extLst>
          </p:cNvPr>
          <p:cNvSpPr/>
          <p:nvPr/>
        </p:nvSpPr>
        <p:spPr>
          <a:xfrm>
            <a:off x="796413" y="2998839"/>
            <a:ext cx="1229032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Artefacts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900181-9005-BED1-661D-4927EBBC537F}"/>
              </a:ext>
            </a:extLst>
          </p:cNvPr>
          <p:cNvSpPr/>
          <p:nvPr/>
        </p:nvSpPr>
        <p:spPr>
          <a:xfrm>
            <a:off x="4321277" y="2998838"/>
            <a:ext cx="1666567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 Artefacts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89A2B7-8941-9413-D7F3-21782AA357C0}"/>
              </a:ext>
            </a:extLst>
          </p:cNvPr>
          <p:cNvSpPr/>
          <p:nvPr/>
        </p:nvSpPr>
        <p:spPr>
          <a:xfrm>
            <a:off x="3775587" y="3844410"/>
            <a:ext cx="1229032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house 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1A8D5F-7E36-96B2-8E0B-C377B48D4E08}"/>
              </a:ext>
            </a:extLst>
          </p:cNvPr>
          <p:cNvSpPr/>
          <p:nvPr/>
        </p:nvSpPr>
        <p:spPr>
          <a:xfrm>
            <a:off x="54226" y="3824747"/>
            <a:ext cx="1229032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Manual Creation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0E0FA-7C8B-F4B4-11C4-EFAFA9342465}"/>
              </a:ext>
            </a:extLst>
          </p:cNvPr>
          <p:cNvSpPr/>
          <p:nvPr/>
        </p:nvSpPr>
        <p:spPr>
          <a:xfrm>
            <a:off x="1420762" y="3844411"/>
            <a:ext cx="1373984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Generation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F56C44-F249-10DA-8E1C-3E0B9DFF9CC0}"/>
              </a:ext>
            </a:extLst>
          </p:cNvPr>
          <p:cNvSpPr/>
          <p:nvPr/>
        </p:nvSpPr>
        <p:spPr>
          <a:xfrm>
            <a:off x="5481484" y="3844410"/>
            <a:ext cx="1229032" cy="570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 PGL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41FCEA-D93D-D617-5EDD-898B1B81C3DE}"/>
              </a:ext>
            </a:extLst>
          </p:cNvPr>
          <p:cNvSpPr/>
          <p:nvPr/>
        </p:nvSpPr>
        <p:spPr>
          <a:xfrm>
            <a:off x="7804355" y="3893571"/>
            <a:ext cx="1666568" cy="47194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8C8ABC-6A87-74FB-F98A-1DAFE7228E5C}"/>
              </a:ext>
            </a:extLst>
          </p:cNvPr>
          <p:cNvSpPr/>
          <p:nvPr/>
        </p:nvSpPr>
        <p:spPr>
          <a:xfrm>
            <a:off x="7804355" y="3047999"/>
            <a:ext cx="1666568" cy="47194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6409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D84008-E31C-1C70-514E-EEFEF8803FF8}"/>
              </a:ext>
            </a:extLst>
          </p:cNvPr>
          <p:cNvSpPr txBox="1"/>
          <p:nvPr/>
        </p:nvSpPr>
        <p:spPr>
          <a:xfrm>
            <a:off x="629265" y="393290"/>
            <a:ext cx="130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Revision 1.0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FF44E-0F7A-5474-0540-FCEA987A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" y="1037925"/>
            <a:ext cx="11979678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0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Andrei Ghibuci</dc:creator>
  <cp:lastModifiedBy>Andrei Ghibuci</cp:lastModifiedBy>
  <cp:revision>3</cp:revision>
  <dcterms:created xsi:type="dcterms:W3CDTF">2023-12-28T22:34:50Z</dcterms:created>
  <dcterms:modified xsi:type="dcterms:W3CDTF">2023-12-28T23:09:13Z</dcterms:modified>
</cp:coreProperties>
</file>